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E1CCBC-B174-9052-6A74-2C1E54251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F8591A-7C86-78B2-ECBC-35D70AE42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DC3BEC-AFE0-169E-5200-9B090D99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8B0-4754-47CC-B9D8-C294D082090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2230D-2BF2-D8CD-35F1-0507AE2D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9C47D7-7291-0805-1F8F-B002CC1C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06B2-D084-4F31-9856-BFA2224F5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64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5DBE16-E493-0330-451D-1287A989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BBE026-B408-9594-C685-020463EE6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71B925-2602-A3E0-ECBC-4B3D75BD8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8B0-4754-47CC-B9D8-C294D082090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609982-C398-837D-CCE3-1351CF20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2E486D-25D1-C6DC-A630-D92D6AFE8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06B2-D084-4F31-9856-BFA2224F5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16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7B1B4-27FE-EB21-BA6B-31780BFCB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1B8891-FE1F-7A89-5F6C-C413E5436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F5DB09-DB35-D390-16EF-E4940ACFD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8B0-4754-47CC-B9D8-C294D082090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F737F4-F1A7-84CB-BE6D-8389814F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FCB35B-F283-2280-26BF-90B1E56C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06B2-D084-4F31-9856-BFA2224F5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61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1246D-68B1-9DAF-D87B-8FC3FA89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C16C8F-934A-6933-B0F2-4CA3CCE55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938043-FE71-66F1-4CA2-A4AB9C032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E1D8F3-FF27-BAA9-1B8D-839DE1177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8B0-4754-47CC-B9D8-C294D082090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B8A0CB-84DD-2F23-BB44-3367A47C3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1F8BF9-95CD-DCF2-0D80-E73D2CEC1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06B2-D084-4F31-9856-BFA2224F5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8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F089D-1201-3D33-524D-86A2C2D20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55FF87-9C37-B8D8-8FFA-EEDC94867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B59BEE-CB27-30DD-7D74-0F16CD5D5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433ADB-FE2E-9202-D9D5-E73A45DC5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18B4C7-41ED-98E6-F77C-52A776DAD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486F4F4-8A51-38F8-B195-B596015C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8B0-4754-47CC-B9D8-C294D082090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48EF49C-0691-C25D-B746-DE1648275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889556-11F1-3BE0-63E0-55A04885C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06B2-D084-4F31-9856-BFA2224F5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88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0CE10-AE42-8436-BBDC-466755FF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360AF5-D618-6460-D6EF-EC5A97E8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8B0-4754-47CC-B9D8-C294D082090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B05859-9949-3D4F-9674-6676FE04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0D35A3-384A-22FB-37C6-40AF7452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06B2-D084-4F31-9856-BFA2224F5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84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D26089-C593-1A17-F1AE-F5046A6E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8B0-4754-47CC-B9D8-C294D082090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330FD17-4178-D47D-F6A7-2D5E48247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386D94-B715-81CD-3A68-161CF565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06B2-D084-4F31-9856-BFA2224F5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40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0F4C-706B-6CEB-3DF7-93C050EB1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039DDD-9CEE-3270-06F1-03B1D7D94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CC2ED8-3710-657B-34F7-8E8BF3740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177178-5C2B-0458-D752-8F044623F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8B0-4754-47CC-B9D8-C294D082090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6AE2EE-AB9B-C8F1-25FF-63CED7148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F6CD37-9507-1E13-D72F-7DA031C3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06B2-D084-4F31-9856-BFA2224F5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8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9D5B9-B82C-25A9-CB83-6256D1B82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194524-67D4-C684-BE9B-FDB33A5DD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6A7B4-7E26-6319-8457-3DE370DBB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B3264D-6B0B-8158-A5A9-3E7F33C4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8B0-4754-47CC-B9D8-C294D082090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0F8D48-1568-7867-59D7-88DBFA9F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ABC2A3-60E6-AD73-E6DB-998AB3093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06B2-D084-4F31-9856-BFA2224F5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7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B7E6E-F666-17C2-AAF7-71D241BA7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90D2A6-D768-8409-2E19-6B9BAEA78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BC4904-FD13-BF9C-30C6-2088DB226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8B0-4754-47CC-B9D8-C294D082090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CA7883-19E2-F523-BFC2-FC29C969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4CB8B6-EC10-86DA-AD3A-4F009543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06B2-D084-4F31-9856-BFA2224F5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5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EE9970-651F-8DFD-471B-EA39DE760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420941-80EA-6D2A-6B0C-12BA46795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FB7A9-39C9-C47A-6789-A920805FE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8B0-4754-47CC-B9D8-C294D082090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DB17A8-887A-AE6C-B3C4-4DF53140A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BAD637-47F3-C162-BCEB-8D26D200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06B2-D084-4F31-9856-BFA2224F5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736DAD-5DFE-2BD7-1F73-FE5C9906D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863DA1-A9E3-D26C-6EFB-0D403C0FD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0A51ED-1E68-DF1D-0AED-FE1EA74B03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178B0-4754-47CC-B9D8-C294D082090B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B4CA81-1A95-D81F-12DA-65DA92970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17AA1-D270-8322-60D3-4E7C38EAB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D06B2-D084-4F31-9856-BFA2224F5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32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3CB5B0-F10A-1DD2-5FA0-832C49DE5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FED138-AE9E-7054-1E33-7756D4F55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941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99C0D8-BB8A-D85F-1065-29B1F6D8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C4385D-CE6E-6A0E-3225-F0D3D4073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Structure of the data (1 slide – screen shot of the revenue plan)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6 room types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12 months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3 types of revenue (room, food, bar)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Two major issues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King – July to December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Spring Effect for three rooms, problem may be food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</a:rPr>
              <a:t>Recommendations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09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8E77F-5791-87F1-2C74-4F0AB566B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data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86740F-9EDF-44DA-C936-BE4569B2B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Screenshot of plan</a:t>
            </a:r>
          </a:p>
        </p:txBody>
      </p:sp>
    </p:spTree>
    <p:extLst>
      <p:ext uri="{BB962C8B-B14F-4D97-AF65-F5344CB8AC3E}">
        <p14:creationId xmlns:p14="http://schemas.microsoft.com/office/powerpoint/2010/main" val="782454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C34F1-B903-952D-CE54-F61AB4A02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problems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D1406B-7313-EC84-108A-026B7E512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Show the normal ones first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800" dirty="0">
                <a:effectLst/>
                <a:ea typeface="Arial" panose="020B0604020202020204" pitchFamily="34" charset="0"/>
              </a:rPr>
              <a:t>Executive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800" dirty="0">
                <a:effectLst/>
                <a:ea typeface="Arial" panose="020B0604020202020204" pitchFamily="34" charset="0"/>
              </a:rPr>
              <a:t>Superior King</a:t>
            </a:r>
          </a:p>
          <a:p>
            <a:pPr marL="971550" lvl="1" indent="-514350">
              <a:buFont typeface="+mj-lt"/>
              <a:buAutoNum type="arabicPeriod"/>
            </a:pPr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King – July to December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effectLst/>
                <a:ea typeface="Arial" panose="020B0604020202020204" pitchFamily="34" charset="0"/>
              </a:rPr>
              <a:t>Spring Effect for three rooms, problem may be food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06180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A4344-C885-4D7D-43D5-825C8F3E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King – Primary analysis – identify the problem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08B6EE-F9AA-31CF-7F66-217DCB311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1550" lvl="1" indent="-514350">
              <a:buFont typeface="+mj-lt"/>
              <a:buAutoNum type="arabicPeriod"/>
            </a:pPr>
            <a:r>
              <a:rPr lang="en-US" sz="3200" dirty="0"/>
              <a:t>July to December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>
                <a:effectLst/>
                <a:ea typeface="Arial" panose="020B0604020202020204" pitchFamily="34" charset="0"/>
              </a:rPr>
              <a:t>Room below 40%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200" dirty="0">
                <a:effectLst/>
                <a:ea typeface="Arial" panose="020B0604020202020204" pitchFamily="34" charset="0"/>
              </a:rPr>
              <a:t>Food &amp; Bar below 10%</a:t>
            </a:r>
          </a:p>
          <a:p>
            <a:pPr marL="971550" lvl="1" indent="-514350">
              <a:buFont typeface="+mj-lt"/>
              <a:buAutoNum type="arabicPeriod"/>
            </a:pPr>
            <a:endParaRPr lang="en-US" sz="3200" dirty="0">
              <a:ea typeface="Arial" panose="020B0604020202020204" pitchFamily="34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en-US" sz="3200" dirty="0">
              <a:effectLst/>
              <a:ea typeface="Arial" panose="020B0604020202020204" pitchFamily="34" charset="0"/>
            </a:endParaRPr>
          </a:p>
          <a:p>
            <a:pPr lvl="1"/>
            <a:r>
              <a:rPr lang="en-US" dirty="0">
                <a:ea typeface="Arial" panose="020B0604020202020204" pitchFamily="34" charset="0"/>
              </a:rPr>
              <a:t>Charts</a:t>
            </a:r>
          </a:p>
          <a:p>
            <a:pPr lvl="2"/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 graph – with room, food, bar revenues</a:t>
            </a:r>
          </a:p>
          <a:p>
            <a:pPr lvl="2"/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Series should be the sam</a:t>
            </a: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e color – room (X), food (Y), bar (Z)</a:t>
            </a:r>
            <a:endParaRPr lang="en-US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428750" lvl="2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buNone/>
            </a:pPr>
            <a:endParaRPr lang="en-US" sz="3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455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C7C9C0-D7A3-74F4-D976-43C917066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King – Secondary analysis – diagnose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AEB680-55B8-B1CC-21AA-E2BBA177A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ea typeface="Arial" panose="020B0604020202020204" pitchFamily="34" charset="0"/>
              </a:rPr>
              <a:t>Charts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97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0071C3-293B-5966-B121-987D79BE3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Spring Effect for three rooms – Primary analysi</a:t>
            </a: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</a:rPr>
              <a:t>s</a:t>
            </a:r>
            <a:r>
              <a:rPr lang="en-US" sz="4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B38170-9201-5D3F-3C92-90F59D841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Club Deluxe	January through June		below 90%, gets better after June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One Club	February to June		60-70%, okay 2-3 months, then bad again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One Suite	March to July			60-70%, okay 2-3 months, then bad again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 may be food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sz="2400" dirty="0">
                <a:ea typeface="Arial" panose="020B0604020202020204" pitchFamily="34" charset="0"/>
              </a:rPr>
              <a:t>Charts</a:t>
            </a: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?</a:t>
            </a:r>
          </a:p>
          <a:p>
            <a:pPr lvl="1"/>
            <a:r>
              <a:rPr lang="en-U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3 graphs – with room, food, bar revenues</a:t>
            </a:r>
          </a:p>
          <a:p>
            <a:pPr lvl="1"/>
            <a:r>
              <a:rPr lang="en-U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Series should be the sam</a:t>
            </a:r>
            <a:r>
              <a:rPr lang="en-US" sz="2000" dirty="0">
                <a:latin typeface="Arial" panose="020B0604020202020204" pitchFamily="34" charset="0"/>
                <a:ea typeface="Arial" panose="020B0604020202020204" pitchFamily="34" charset="0"/>
              </a:rPr>
              <a:t>e color – room (X), food (Y), bar (Z)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18649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EFF28-1578-0281-D0F3-7F108FE6F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Spring Effect for three rooms – Secondary </a:t>
            </a: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</a:rPr>
              <a:t>analysis</a:t>
            </a:r>
            <a:r>
              <a:rPr lang="ko-KR" altLang="en-US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ea typeface="Arial" panose="020B0604020202020204" pitchFamily="34" charset="0"/>
              </a:rPr>
              <a:t>–</a:t>
            </a:r>
            <a:r>
              <a:rPr lang="ko-KR" altLang="en-US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ea typeface="Arial" panose="020B0604020202020204" pitchFamily="34" charset="0"/>
              </a:rPr>
              <a:t>diagnose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E2A235-E1EB-657E-2841-67BF6F461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ea typeface="Arial" panose="020B0604020202020204" pitchFamily="34" charset="0"/>
              </a:rPr>
              <a:t>Charts</a:t>
            </a:r>
            <a:r>
              <a:rPr lang="en-US" sz="2800" dirty="0">
                <a:latin typeface="Arial" panose="020B0604020202020204" pitchFamily="34" charset="0"/>
                <a:ea typeface="Arial" panose="020B0604020202020204" pitchFamily="34" charset="0"/>
              </a:rPr>
              <a:t>?</a:t>
            </a:r>
            <a:endParaRPr lang="en-US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936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17300-CD58-CCBE-745A-16685F1D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</a:rPr>
              <a:t>Recommendations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07DADE-7F4A-3EE1-607C-9233C9629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..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..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69237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249</Words>
  <Application>Microsoft Office PowerPoint</Application>
  <PresentationFormat>와이드스크린</PresentationFormat>
  <Paragraphs>48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테마</vt:lpstr>
      <vt:lpstr>PowerPoint 프레젠테이션</vt:lpstr>
      <vt:lpstr>Outline</vt:lpstr>
      <vt:lpstr>Structure of data</vt:lpstr>
      <vt:lpstr>Two problems</vt:lpstr>
      <vt:lpstr>King – Primary analysis – identify the problem</vt:lpstr>
      <vt:lpstr>King – Secondary analysis – diagnose</vt:lpstr>
      <vt:lpstr>Spring Effect for three rooms – Primary analysis </vt:lpstr>
      <vt:lpstr>Spring Effect for three rooms – Secondary analysis – diagnose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Jacob Austin Reidhead</dc:creator>
  <cp:lastModifiedBy>Jacob Austin Reidhead</cp:lastModifiedBy>
  <cp:revision>2</cp:revision>
  <dcterms:created xsi:type="dcterms:W3CDTF">2022-05-13T09:24:28Z</dcterms:created>
  <dcterms:modified xsi:type="dcterms:W3CDTF">2022-05-13T11:01:09Z</dcterms:modified>
</cp:coreProperties>
</file>